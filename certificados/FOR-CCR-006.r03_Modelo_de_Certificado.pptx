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igital" id="{E7BF6CFD-DC1C-4B2F-B380-904B52742D4B}">
          <p14:sldIdLst>
            <p14:sldId id="256"/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4A0"/>
    <a:srgbClr val="062D8C"/>
    <a:srgbClr val="081074"/>
    <a:srgbClr val="FCC819"/>
    <a:srgbClr val="F9B40D"/>
    <a:srgbClr val="FFDB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573FF7-12B9-43B8-A737-ED327AAFA95A}" v="9" dt="2026-05-19T20:38:42.1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03" autoAdjust="0"/>
    <p:restoredTop sz="94660"/>
  </p:normalViewPr>
  <p:slideViewPr>
    <p:cSldViewPr snapToGrid="0" showGuides="1">
      <p:cViewPr varScale="1">
        <p:scale>
          <a:sx n="78" d="100"/>
          <a:sy n="78" d="100"/>
        </p:scale>
        <p:origin x="1536" y="67"/>
      </p:cViewPr>
      <p:guideLst>
        <p:guide orient="horz" pos="2160"/>
        <p:guide pos="312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1140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56496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7760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2660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1234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576944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2678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690808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16914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139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9AA1B3-8CAB-4A7A-9664-8DFB99A4C6CD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10536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9AA1B3-8CAB-4A7A-9664-8DFB99A4C6CD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0485D42-DA8A-40EC-B909-594C082E4AA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0449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B54B8E4-8BF1-8FD1-D22D-036DA92CAA2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5A765913-D5C4-1725-E949-86658DC65968}"/>
              </a:ext>
            </a:extLst>
          </p:cNvPr>
          <p:cNvSpPr txBox="1"/>
          <p:nvPr/>
        </p:nvSpPr>
        <p:spPr>
          <a:xfrm>
            <a:off x="4037646" y="6272288"/>
            <a:ext cx="2157414" cy="33855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pt-BR" sz="800" dirty="0">
                <a:latin typeface="Montserrat" pitchFamily="2" charset="-18"/>
              </a:rPr>
              <a:t>[Assinatura do responsável]​</a:t>
            </a:r>
          </a:p>
          <a:p>
            <a:pPr algn="ctr"/>
            <a:r>
              <a:rPr lang="pt-BR" sz="800" dirty="0">
                <a:latin typeface="Montserrat" pitchFamily="2" charset="-18"/>
              </a:rPr>
              <a:t>[Cargo]</a:t>
            </a:r>
          </a:p>
        </p:txBody>
      </p:sp>
      <p:sp>
        <p:nvSpPr>
          <p:cNvPr id="2" name="CaixaDeTexto 4">
            <a:extLst>
              <a:ext uri="{FF2B5EF4-FFF2-40B4-BE49-F238E27FC236}">
                <a16:creationId xmlns:a16="http://schemas.microsoft.com/office/drawing/2014/main" id="{B965AF75-2C0E-5DEA-92EB-6B758D791180}"/>
              </a:ext>
            </a:extLst>
          </p:cNvPr>
          <p:cNvSpPr txBox="1"/>
          <p:nvPr/>
        </p:nvSpPr>
        <p:spPr>
          <a:xfrm>
            <a:off x="1676400" y="1828786"/>
            <a:ext cx="6553200" cy="320042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pt-BR" sz="1200" dirty="0">
                <a:latin typeface="Montserrat" pitchFamily="2" charset="-18"/>
              </a:rPr>
              <a:t>A Edeconsil certifica que</a:t>
            </a:r>
          </a:p>
          <a:p>
            <a:pPr algn="ctr">
              <a:lnSpc>
                <a:spcPct val="150000"/>
              </a:lnSpc>
            </a:pPr>
            <a:endParaRPr lang="pt-BR" sz="1200" dirty="0">
              <a:latin typeface="Montserrat" pitchFamily="2" charset="-18"/>
            </a:endParaRPr>
          </a:p>
          <a:p>
            <a:pPr algn="ctr">
              <a:lnSpc>
                <a:spcPct val="150000"/>
              </a:lnSpc>
            </a:pPr>
            <a:r>
              <a:rPr lang="pt-BR" sz="1600" b="1" dirty="0">
                <a:latin typeface="Montserrat" pitchFamily="2" charset="-18"/>
              </a:rPr>
              <a:t>[Nome do Participante]</a:t>
            </a:r>
          </a:p>
          <a:p>
            <a:pPr algn="ctr">
              <a:lnSpc>
                <a:spcPct val="150000"/>
              </a:lnSpc>
            </a:pPr>
            <a:endParaRPr lang="pt-BR" sz="1200" dirty="0">
              <a:latin typeface="Montserrat" pitchFamily="2" charset="-18"/>
            </a:endParaRPr>
          </a:p>
          <a:p>
            <a:pPr algn="ctr">
              <a:lnSpc>
                <a:spcPct val="150000"/>
              </a:lnSpc>
            </a:pPr>
            <a:r>
              <a:rPr lang="pt-BR" sz="1200" dirty="0">
                <a:latin typeface="Montserrat" pitchFamily="2" charset="-18"/>
              </a:rPr>
              <a:t>concluiu com êxito [nome do curso, treinamento ou evento], realizado em [data], demonstrando comprometimento e excelência.</a:t>
            </a:r>
          </a:p>
          <a:p>
            <a:pPr algn="ctr">
              <a:lnSpc>
                <a:spcPct val="150000"/>
              </a:lnSpc>
            </a:pPr>
            <a:endParaRPr lang="pt-BR" sz="1200" dirty="0">
              <a:latin typeface="Montserrat" pitchFamily="2" charset="-18"/>
            </a:endParaRPr>
          </a:p>
          <a:p>
            <a:pPr algn="ctr">
              <a:lnSpc>
                <a:spcPct val="150000"/>
              </a:lnSpc>
            </a:pPr>
            <a:r>
              <a:rPr lang="pt-BR" sz="1200" dirty="0">
                <a:latin typeface="Montserrat" pitchFamily="2" charset="-18"/>
              </a:rPr>
              <a:t>Este certificado é concedido como reconhecimento pelo desempenho e dedicação apresentados.</a:t>
            </a:r>
          </a:p>
          <a:p>
            <a:pPr algn="ctr">
              <a:lnSpc>
                <a:spcPct val="150000"/>
              </a:lnSpc>
            </a:pPr>
            <a:endParaRPr lang="pt-BR" sz="1200" dirty="0">
              <a:latin typeface="Montserrat" pitchFamily="2" charset="-18"/>
            </a:endParaRPr>
          </a:p>
          <a:p>
            <a:pPr algn="ctr">
              <a:lnSpc>
                <a:spcPct val="150000"/>
              </a:lnSpc>
            </a:pPr>
            <a:r>
              <a:rPr lang="pt-BR" sz="1200" dirty="0">
                <a:latin typeface="Montserrat" pitchFamily="2" charset="-18"/>
              </a:rPr>
              <a:t>São Luís, [00] de [Janeiro] de 2026.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7CC0341-9CCF-E1C4-F238-F24CCFA02190}"/>
              </a:ext>
            </a:extLst>
          </p:cNvPr>
          <p:cNvSpPr txBox="1"/>
          <p:nvPr/>
        </p:nvSpPr>
        <p:spPr>
          <a:xfrm>
            <a:off x="1150374" y="6072233"/>
            <a:ext cx="24580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B166CC8-E885-C879-C5BE-85EECD5AEF66}"/>
              </a:ext>
            </a:extLst>
          </p:cNvPr>
          <p:cNvSpPr txBox="1"/>
          <p:nvPr/>
        </p:nvSpPr>
        <p:spPr>
          <a:xfrm>
            <a:off x="6624267" y="6044692"/>
            <a:ext cx="2458065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306508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 descr="Padrão do plano de fundo">
            <a:extLst>
              <a:ext uri="{FF2B5EF4-FFF2-40B4-BE49-F238E27FC236}">
                <a16:creationId xmlns:a16="http://schemas.microsoft.com/office/drawing/2014/main" id="{3EC9D533-4BE0-E515-4C6D-944D8025D9C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6C49D030-1CE5-80BE-FC13-AA17E5125085}"/>
              </a:ext>
            </a:extLst>
          </p:cNvPr>
          <p:cNvSpPr txBox="1"/>
          <p:nvPr/>
        </p:nvSpPr>
        <p:spPr>
          <a:xfrm>
            <a:off x="428082" y="516401"/>
            <a:ext cx="87670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a-DK" sz="2000" dirty="0">
                <a:solidFill>
                  <a:srgbClr val="1B54DA"/>
                </a:solidFill>
                <a:latin typeface="Montserrat Black" panose="00000A00000000000000" pitchFamily="2" charset="0"/>
                <a:ea typeface="Roboto Slab" pitchFamily="34" charset="-122"/>
                <a:cs typeface="Roboto Slab" pitchFamily="34" charset="-120"/>
              </a:rPr>
              <a:t>Lorem ipsum dolor sit amet.</a:t>
            </a:r>
            <a:endParaRPr lang="pt-BR" sz="2000" dirty="0">
              <a:solidFill>
                <a:srgbClr val="1B54DA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3FFAC251-0BD1-BF5B-4DEA-48DF922B0E8B}"/>
              </a:ext>
            </a:extLst>
          </p:cNvPr>
          <p:cNvSpPr txBox="1"/>
          <p:nvPr/>
        </p:nvSpPr>
        <p:spPr>
          <a:xfrm>
            <a:off x="543211" y="1068992"/>
            <a:ext cx="86519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>
                <a:latin typeface="Montserrat Black" panose="00000A00000000000000" pitchFamily="2" charset="0"/>
                <a:ea typeface="Roboto Slab" pitchFamily="34" charset="-122"/>
                <a:cs typeface="Roboto Slab" pitchFamily="34" charset="-120"/>
              </a:defRPr>
            </a:lvl1pPr>
          </a:lstStyle>
          <a:p>
            <a:r>
              <a:rPr lang="da-DK" sz="1100" dirty="0"/>
              <a:t>Lorem ipsum dolor sit amet.</a:t>
            </a:r>
            <a:endParaRPr lang="pt-BR" sz="11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4139144-DFDF-C96D-7736-6AAED456E111}"/>
              </a:ext>
            </a:extLst>
          </p:cNvPr>
          <p:cNvSpPr txBox="1"/>
          <p:nvPr/>
        </p:nvSpPr>
        <p:spPr>
          <a:xfrm>
            <a:off x="597631" y="1330602"/>
            <a:ext cx="8386509" cy="1628331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285750" indent="-285750">
              <a:lnSpc>
                <a:spcPct val="120000"/>
              </a:lnSpc>
              <a:buFont typeface="Arial" panose="020B0604020202020204" pitchFamily="34" charset="0"/>
              <a:buChar char="•"/>
              <a:defRPr sz="1600">
                <a:latin typeface="Montserrat" pitchFamily="2" charset="-18"/>
              </a:defRPr>
            </a:lvl1pPr>
          </a:lstStyle>
          <a:p>
            <a:r>
              <a:rPr lang="pt-BR" sz="1050" dirty="0" err="1"/>
              <a:t>Lorem</a:t>
            </a:r>
            <a:r>
              <a:rPr lang="pt-BR" sz="1050" dirty="0"/>
              <a:t> ipsum </a:t>
            </a:r>
            <a:r>
              <a:rPr lang="pt-BR" sz="1050" dirty="0" err="1"/>
              <a:t>dolor</a:t>
            </a:r>
            <a:r>
              <a:rPr lang="pt-BR" sz="1050" dirty="0"/>
              <a:t> </a:t>
            </a:r>
            <a:r>
              <a:rPr lang="pt-BR" sz="1050" dirty="0" err="1"/>
              <a:t>sit</a:t>
            </a:r>
            <a:r>
              <a:rPr lang="pt-BR" sz="1050" dirty="0"/>
              <a:t> </a:t>
            </a:r>
            <a:r>
              <a:rPr lang="pt-BR" sz="1050" dirty="0" err="1"/>
              <a:t>amet</a:t>
            </a:r>
            <a:r>
              <a:rPr lang="pt-BR" sz="1050" dirty="0"/>
              <a:t>.</a:t>
            </a:r>
          </a:p>
          <a:p>
            <a:r>
              <a:rPr lang="pt-BR" sz="1050" dirty="0" err="1"/>
              <a:t>Ullamcorper</a:t>
            </a:r>
            <a:r>
              <a:rPr lang="pt-BR" sz="1050" dirty="0"/>
              <a:t> </a:t>
            </a:r>
            <a:r>
              <a:rPr lang="pt-BR" sz="1050" dirty="0" err="1"/>
              <a:t>aliquyam</a:t>
            </a:r>
            <a:r>
              <a:rPr lang="pt-BR" sz="1050" dirty="0"/>
              <a:t> exerci.</a:t>
            </a:r>
          </a:p>
          <a:p>
            <a:r>
              <a:rPr lang="pt-BR" sz="1050" dirty="0" err="1"/>
              <a:t>Nonumy</a:t>
            </a:r>
            <a:r>
              <a:rPr lang="pt-BR" sz="1050" dirty="0"/>
              <a:t> </a:t>
            </a:r>
            <a:r>
              <a:rPr lang="pt-BR" sz="1050" dirty="0" err="1"/>
              <a:t>dolores</a:t>
            </a:r>
            <a:r>
              <a:rPr lang="pt-BR" sz="1050" dirty="0"/>
              <a:t> </a:t>
            </a:r>
            <a:r>
              <a:rPr lang="pt-BR" sz="1050" dirty="0" err="1"/>
              <a:t>sed</a:t>
            </a:r>
            <a:r>
              <a:rPr lang="pt-BR" sz="1050" dirty="0"/>
              <a:t> </a:t>
            </a:r>
            <a:r>
              <a:rPr lang="pt-BR" sz="1050" dirty="0" err="1"/>
              <a:t>diam</a:t>
            </a:r>
            <a:r>
              <a:rPr lang="pt-BR" sz="1050" dirty="0"/>
              <a:t> </a:t>
            </a:r>
            <a:r>
              <a:rPr lang="pt-BR" sz="1050" dirty="0" err="1"/>
              <a:t>accusam</a:t>
            </a:r>
            <a:r>
              <a:rPr lang="pt-BR" sz="1050" dirty="0"/>
              <a:t> </a:t>
            </a:r>
            <a:r>
              <a:rPr lang="pt-BR" sz="1050" dirty="0" err="1"/>
              <a:t>sit</a:t>
            </a:r>
            <a:r>
              <a:rPr lang="pt-BR" sz="1050" dirty="0"/>
              <a:t> </a:t>
            </a:r>
            <a:r>
              <a:rPr lang="pt-BR" sz="1050" dirty="0" err="1"/>
              <a:t>nisl</a:t>
            </a:r>
            <a:r>
              <a:rPr lang="pt-BR" sz="1050" dirty="0"/>
              <a:t> magna. </a:t>
            </a:r>
          </a:p>
          <a:p>
            <a:r>
              <a:rPr lang="pt-BR" sz="1050" dirty="0" err="1"/>
              <a:t>Lobortis</a:t>
            </a:r>
            <a:r>
              <a:rPr lang="pt-BR" sz="1050" dirty="0"/>
              <a:t> in </a:t>
            </a:r>
            <a:r>
              <a:rPr lang="pt-BR" sz="1050" dirty="0" err="1"/>
              <a:t>sed</a:t>
            </a:r>
            <a:r>
              <a:rPr lang="pt-BR" sz="1050" dirty="0"/>
              <a:t>.</a:t>
            </a:r>
          </a:p>
          <a:p>
            <a:r>
              <a:rPr lang="pt-BR" sz="1050" dirty="0" err="1"/>
              <a:t>Diam</a:t>
            </a:r>
            <a:r>
              <a:rPr lang="pt-BR" sz="1050" dirty="0"/>
              <a:t> vero </a:t>
            </a:r>
            <a:r>
              <a:rPr lang="pt-BR" sz="1050" dirty="0" err="1"/>
              <a:t>amet</a:t>
            </a:r>
            <a:r>
              <a:rPr lang="pt-BR" sz="1050" dirty="0"/>
              <a:t> et.</a:t>
            </a:r>
          </a:p>
          <a:p>
            <a:r>
              <a:rPr lang="pt-BR" sz="1050" dirty="0" err="1"/>
              <a:t>Dolor</a:t>
            </a:r>
            <a:r>
              <a:rPr lang="pt-BR" sz="1050" dirty="0"/>
              <a:t> quis </a:t>
            </a:r>
            <a:r>
              <a:rPr lang="pt-BR" sz="1050" dirty="0" err="1"/>
              <a:t>eirmod</a:t>
            </a:r>
            <a:r>
              <a:rPr lang="pt-BR" sz="1050" dirty="0"/>
              <a:t> no </a:t>
            </a:r>
            <a:r>
              <a:rPr lang="pt-BR" sz="1050" dirty="0" err="1"/>
              <a:t>molestie</a:t>
            </a:r>
            <a:r>
              <a:rPr lang="pt-BR" sz="1050" dirty="0"/>
              <a:t> </a:t>
            </a:r>
            <a:r>
              <a:rPr lang="pt-BR" sz="1050" dirty="0" err="1"/>
              <a:t>clita</a:t>
            </a:r>
            <a:r>
              <a:rPr lang="pt-BR" sz="1050" dirty="0"/>
              <a:t>.</a:t>
            </a:r>
          </a:p>
          <a:p>
            <a:r>
              <a:rPr lang="pt-BR" sz="1050" dirty="0"/>
              <a:t>Ut ipsum et </a:t>
            </a:r>
            <a:r>
              <a:rPr lang="pt-BR" sz="1050" dirty="0" err="1"/>
              <a:t>diam</a:t>
            </a:r>
            <a:r>
              <a:rPr lang="pt-BR" sz="1050" dirty="0"/>
              <a:t> et.</a:t>
            </a:r>
          </a:p>
          <a:p>
            <a:r>
              <a:rPr lang="pt-BR" sz="1050" dirty="0"/>
              <a:t>Et </a:t>
            </a:r>
            <a:r>
              <a:rPr lang="pt-BR" sz="1050" dirty="0" err="1"/>
              <a:t>vel</a:t>
            </a:r>
            <a:r>
              <a:rPr lang="pt-BR" sz="1050" dirty="0"/>
              <a:t> </a:t>
            </a:r>
            <a:r>
              <a:rPr lang="pt-BR" sz="1050" dirty="0" err="1"/>
              <a:t>enim</a:t>
            </a:r>
            <a:r>
              <a:rPr lang="pt-BR" sz="1050" dirty="0"/>
              <a:t> magna </a:t>
            </a:r>
            <a:r>
              <a:rPr lang="pt-BR" sz="1050" dirty="0" err="1"/>
              <a:t>tempor</a:t>
            </a:r>
            <a:r>
              <a:rPr lang="pt-BR" sz="1050" dirty="0"/>
              <a:t> no </a:t>
            </a:r>
            <a:r>
              <a:rPr lang="pt-BR" sz="1050" dirty="0" err="1"/>
              <a:t>nam</a:t>
            </a:r>
            <a:r>
              <a:rPr lang="pt-BR" sz="1050" dirty="0"/>
              <a:t> ut.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1D483D-954B-D824-7B6D-CBED8B484847}"/>
              </a:ext>
            </a:extLst>
          </p:cNvPr>
          <p:cNvSpPr txBox="1"/>
          <p:nvPr/>
        </p:nvSpPr>
        <p:spPr>
          <a:xfrm>
            <a:off x="543211" y="3039392"/>
            <a:ext cx="8651944" cy="161582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>
                <a:latin typeface="Montserrat Black" panose="00000A00000000000000" pitchFamily="2" charset="0"/>
                <a:ea typeface="Roboto Slab" pitchFamily="34" charset="-122"/>
                <a:cs typeface="Roboto Slab" pitchFamily="34" charset="-120"/>
              </a:defRPr>
            </a:lvl1pPr>
          </a:lstStyle>
          <a:p>
            <a:r>
              <a:rPr lang="da-DK" sz="1100" dirty="0"/>
              <a:t>Lorem ipsum dolor sit amet.</a:t>
            </a:r>
          </a:p>
          <a:p>
            <a:endParaRPr lang="da-DK" sz="1100" dirty="0"/>
          </a:p>
          <a:p>
            <a:r>
              <a:rPr lang="da-DK" sz="1100" dirty="0"/>
              <a:t>Lorem ipsum dolor sit amet.</a:t>
            </a:r>
          </a:p>
          <a:p>
            <a:endParaRPr lang="da-DK" sz="1100" dirty="0"/>
          </a:p>
          <a:p>
            <a:r>
              <a:rPr lang="da-DK" sz="1100" dirty="0"/>
              <a:t>Lorem ipsum dolor sit amet.</a:t>
            </a:r>
          </a:p>
          <a:p>
            <a:endParaRPr lang="da-DK" sz="1100" dirty="0"/>
          </a:p>
          <a:p>
            <a:r>
              <a:rPr lang="da-DK" sz="1100" dirty="0"/>
              <a:t>Lorem ipsum dolor sit amet.</a:t>
            </a:r>
          </a:p>
          <a:p>
            <a:endParaRPr lang="pt-BR" sz="1100" dirty="0"/>
          </a:p>
          <a:p>
            <a:r>
              <a:rPr lang="da-DK" sz="1100" dirty="0"/>
              <a:t>Lorem ipsum dolor sit amet.</a:t>
            </a:r>
          </a:p>
        </p:txBody>
      </p:sp>
    </p:spTree>
    <p:extLst>
      <p:ext uri="{BB962C8B-B14F-4D97-AF65-F5344CB8AC3E}">
        <p14:creationId xmlns:p14="http://schemas.microsoft.com/office/powerpoint/2010/main" val="141895592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133</TotalTime>
  <Words>157</Words>
  <Application>Microsoft Office PowerPoint</Application>
  <PresentationFormat>Papel A4 (210 x 297 mm)</PresentationFormat>
  <Paragraphs>30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Montserrat</vt:lpstr>
      <vt:lpstr>Montserrat Black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 Comunicacao</dc:creator>
  <cp:lastModifiedBy>Pablo Henrique</cp:lastModifiedBy>
  <cp:revision>10</cp:revision>
  <dcterms:created xsi:type="dcterms:W3CDTF">2026-01-06T17:37:05Z</dcterms:created>
  <dcterms:modified xsi:type="dcterms:W3CDTF">2026-06-09T21:16:06Z</dcterms:modified>
</cp:coreProperties>
</file>